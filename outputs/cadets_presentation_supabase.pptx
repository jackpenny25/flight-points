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Cadet Update — 31 Dec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2025-12-31 18:53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Cadets fetched: 0</a:t>
            </a:r>
          </a:p>
          <a:p>
            <a:pPr/>
            <a:r>
              <a:t>Events considered: 0</a:t>
            </a:r>
          </a:p>
          <a:p>
            <a:pPr/>
            <a:r>
              <a:t>Last meeting attendance: 0</a:t>
            </a:r>
          </a:p>
          <a:p>
            <a:pPr/>
            <a:r>
              <a:t>Average attendance: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